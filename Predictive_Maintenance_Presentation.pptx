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0B2545"/>
                </a:solidFill>
                <a:latin typeface="+mn-lt"/>
              </a:rPr>
              <a:t>Importance by sensor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Voltage</c:v>
                </c:pt>
                <c:pt idx="1">
                  <c:v>Temperature</c:v>
                </c:pt>
                <c:pt idx="2">
                  <c:v>Vibration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4.9000000000000004</c:v>
                </c:pt>
                <c:pt idx="1">
                  <c:v>32.1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66-438A-84B2-D91C2320C1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0B2545"/>
                </a:solidFill>
                <a:latin typeface="+mn-lt"/>
              </a:rPr>
              <a:t>Engineered 12h features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545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Temp Rolling Std</c:v>
                </c:pt>
                <c:pt idx="1">
                  <c:v>Voltage Rolling Std</c:v>
                </c:pt>
                <c:pt idx="2">
                  <c:v>Voltage Rolling Mean</c:v>
                </c:pt>
                <c:pt idx="3">
                  <c:v>Vibration Rolling Std</c:v>
                </c:pt>
                <c:pt idx="4">
                  <c:v>Temp Rolling Mean</c:v>
                </c:pt>
                <c:pt idx="5">
                  <c:v>Vibration Rolling Mean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1.3</c:v>
                </c:pt>
                <c:pt idx="2">
                  <c:v>1.8</c:v>
                </c:pt>
                <c:pt idx="3">
                  <c:v>3.8</c:v>
                </c:pt>
                <c:pt idx="4">
                  <c:v>15.1</c:v>
                </c:pt>
                <c:pt idx="5">
                  <c:v>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1E-4F73-9B7B-4C810B08C3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7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an ML model that warns maintenance teams about motor failures a full day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business cost and the extreme class imbalance: only 15 failures in 10,000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phase and the pitfall it avoids: windowing, lead-time, time leakage,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set had only 3 failures, so results are indicative. Recall was prioritised (F2 score) because a miss is far more expensive than a false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Mechanics need proof before replacing a $10,000 motor. Feature importance shows sustained vibration, then sustained heating, drive predictions; voltage is a weak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status in the notebook: ready for deployment as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small number of failures; it shows sound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Motor Failure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in Advance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Overheat: Predictive Maintenance AI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AeroLogistics, Data Science Division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Kumar Soni, Data Science Intern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Failures Are Costly and Unplanned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sorting robots suffer sudden motor failures. Maintenance is reactive, so every breakdown halts operations. The goal: move to proactive maintenance by flagging a failure 24 hours before it happens.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8745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12344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206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minute of downtime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103120"/>
            <a:ext cx="18745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103120"/>
            <a:ext cx="64008" cy="123444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2194560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78206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IoT readings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18745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03120"/>
            <a:ext cx="64008" cy="12344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194560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78206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(0.15% of data)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103120"/>
            <a:ext cx="201168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103120"/>
            <a:ext cx="64008" cy="1234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94560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78206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warning lead time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tracked: Temperature, Vibration, Voltage   |   Period: Jan 2023 to Feb 2024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Four Phases, Each Avoiding a Common Trap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3108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rolling mean and std of sensor readings capture sustained degradation, not one-off spikes.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74520" cy="3108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3716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shifting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label shifted back 24 hours so the model predicts the future, not the present.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874520" cy="3108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80% of time to train, last 20% to test. No shuffling, so no future data leaks into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188720"/>
            <a:ext cx="1874520" cy="3108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371600"/>
            <a:ext cx="502920" cy="502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model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651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(300 trees) with balanced class weights; alert threshold tuned with time-series cross-validation.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2 of 3 Failures Caught in Unseen Future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37744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" cy="10972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4650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failures caught (2 of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37744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64008" cy="10972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in ~1,990 normal hours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237744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11880"/>
            <a:ext cx="64008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03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6509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failure alerts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08760"/>
          <a:ext cx="512064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3474720" y="3383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on training folds only (0.26), not on the test set. </a:t>
            </a: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 cut-off would have caught just 1 of 3 failures.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few extra inspections cost far less than one missed failure at $50k per minute.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Vibration Is the Leading Indicator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97280"/>
          <a:ext cx="4023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for Maintenance Teams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82296" cy="8686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16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vibration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2161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rolling mean of vibration is the strongest signal (about 21% importance).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48840"/>
            <a:ext cx="82296" cy="8686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2219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temperature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22199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rolling mean of temperature is second (about 15%). Voltage is weak, so do not base decisions on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804672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54680"/>
            <a:ext cx="82296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278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combined trend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22783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12-hour averages keep climbing together, inspect or schedule a motor swap in the next off-peak window.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first as a decision-support alert alongside mechanic inspection, not as an automatic replacement trigger.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failures overall; just 3 in the test window, so metrics are indicative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low (25%), giving some false alarms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train/test split on one time period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failure history and retrain regularly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other models (e.g. gradient boosting) and window lengths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 a live alert system with mechanic review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638</Words>
  <Application>Microsoft Office PowerPoint</Application>
  <PresentationFormat>On-screen Show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AI</dc:title>
  <dc:subject>PptxGenJS Presentation</dc:subject>
  <dc:creator>Shyam Kumar Soni</dc:creator>
  <cp:lastModifiedBy>SHYAM SONI</cp:lastModifiedBy>
  <cp:revision>2</cp:revision>
  <dcterms:created xsi:type="dcterms:W3CDTF">2026-10-02T15:01:42Z</dcterms:created>
  <dcterms:modified xsi:type="dcterms:W3CDTF">2026-10-02T16:52:47Z</dcterms:modified>
</cp:coreProperties>
</file>